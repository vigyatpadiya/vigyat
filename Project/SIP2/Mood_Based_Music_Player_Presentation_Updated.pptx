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068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039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856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57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7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4968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93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985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685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1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616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23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Mood-Based Music Player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Project Presentation</a:t>
            </a:r>
          </a:p>
          <a:p>
            <a:r>
              <a:t>BCA Semester 5 – SIP-II (2025–26)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Music that influences human emotion deeply </a:t>
            </a:r>
          </a:p>
          <a:p>
            <a:r>
              <a:rPr lang="en-IN" dirty="0"/>
              <a:t>So on the basis of that we have created a music player that detects human emotion </a:t>
            </a:r>
          </a:p>
          <a:p>
            <a:r>
              <a:rPr lang="en-IN" dirty="0"/>
              <a:t>It only detects facial emotion to play music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Detect</a:t>
            </a:r>
            <a:r>
              <a:rPr lang="en-IN" dirty="0"/>
              <a:t>s</a:t>
            </a:r>
            <a:r>
              <a:rPr dirty="0"/>
              <a:t> user facial emotion in real-time using a webcam.</a:t>
            </a:r>
            <a:endParaRPr lang="en-IN" dirty="0"/>
          </a:p>
          <a:p>
            <a:r>
              <a:rPr lang="en-IN" dirty="0"/>
              <a:t>After Detection of facial emotion it automatically plays song for respected emotion</a:t>
            </a:r>
          </a:p>
          <a:p>
            <a:r>
              <a:rPr lang="en-IN" dirty="0"/>
              <a:t>It makes easy to select music for user</a:t>
            </a:r>
          </a:p>
          <a:p>
            <a:r>
              <a:rPr dirty="0"/>
              <a:t> </a:t>
            </a:r>
            <a:r>
              <a:rPr lang="en-IN" dirty="0"/>
              <a:t>It is done through computer vision and deep learning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Programming Language: Python 3.8+</a:t>
            </a:r>
          </a:p>
          <a:p>
            <a:r>
              <a:rPr dirty="0"/>
              <a:t> Libraries Used:</a:t>
            </a:r>
          </a:p>
          <a:p>
            <a:r>
              <a:rPr dirty="0"/>
              <a:t>  • OpenCV: Real-time video capture</a:t>
            </a:r>
          </a:p>
          <a:p>
            <a:r>
              <a:rPr dirty="0"/>
              <a:t>  • </a:t>
            </a:r>
            <a:r>
              <a:rPr dirty="0" err="1"/>
              <a:t>DeepFace</a:t>
            </a:r>
            <a:r>
              <a:rPr dirty="0"/>
              <a:t>: Emotion recognition</a:t>
            </a:r>
          </a:p>
          <a:p>
            <a:r>
              <a:rPr dirty="0"/>
              <a:t>  • </a:t>
            </a:r>
            <a:r>
              <a:rPr dirty="0" err="1"/>
              <a:t>Pygame</a:t>
            </a:r>
            <a:r>
              <a:rPr dirty="0"/>
              <a:t>: Music playback</a:t>
            </a:r>
          </a:p>
          <a:p>
            <a:r>
              <a:rPr dirty="0"/>
              <a:t> IDE: Visual Studio Code / PyCharm</a:t>
            </a:r>
          </a:p>
          <a:p>
            <a:r>
              <a:t> </a:t>
            </a:r>
            <a:r>
              <a:rPr dirty="0"/>
              <a:t>Platform: Desktop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</a:t>
            </a:r>
          </a:p>
        </p:txBody>
      </p:sp>
      <p:pic>
        <p:nvPicPr>
          <p:cNvPr id="3" name="Picture 2" descr="A_flowchart_illustrates_the_process_of_a_mood-base.png"/>
          <p:cNvPicPr>
            <a:picLocks noChangeAspect="1"/>
          </p:cNvPicPr>
          <p:nvPr/>
        </p:nvPicPr>
        <p:blipFill>
          <a:blip r:embed="rId2">
            <a:alphaModFix amt="85000"/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1189" y="2088305"/>
            <a:ext cx="2755332" cy="36449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Webcam Integration:</a:t>
            </a:r>
            <a:r>
              <a:rPr lang="en-IN" dirty="0"/>
              <a:t>-It </a:t>
            </a:r>
            <a:r>
              <a:rPr dirty="0"/>
              <a:t> Captures live video using OpenCV.</a:t>
            </a:r>
            <a:endParaRPr lang="en-IN" dirty="0"/>
          </a:p>
          <a:p>
            <a:r>
              <a:rPr dirty="0"/>
              <a:t>Emotion Detection Module: </a:t>
            </a:r>
            <a:r>
              <a:rPr lang="en-IN" dirty="0"/>
              <a:t>This </a:t>
            </a:r>
            <a:r>
              <a:rPr dirty="0"/>
              <a:t>Uses </a:t>
            </a:r>
            <a:r>
              <a:rPr dirty="0" err="1"/>
              <a:t>DeepFace</a:t>
            </a:r>
            <a:r>
              <a:rPr dirty="0"/>
              <a:t> to extract dominant emotion.</a:t>
            </a:r>
          </a:p>
          <a:p>
            <a:r>
              <a:rPr dirty="0"/>
              <a:t> Music Playback Module: Loads and plays </a:t>
            </a:r>
            <a:r>
              <a:rPr lang="en-IN" dirty="0"/>
              <a:t>'</a:t>
            </a:r>
            <a:r>
              <a:rPr dirty="0"/>
              <a:t>.mp3</a:t>
            </a:r>
            <a:r>
              <a:rPr lang="en-IN" dirty="0"/>
              <a:t>’ </a:t>
            </a:r>
            <a:r>
              <a:rPr dirty="0"/>
              <a:t> files using </a:t>
            </a:r>
            <a:r>
              <a:rPr dirty="0" err="1"/>
              <a:t>Pygame</a:t>
            </a:r>
            <a:r>
              <a:rPr dirty="0"/>
              <a:t>.</a:t>
            </a:r>
          </a:p>
          <a:p>
            <a:r>
              <a:rPr dirty="0"/>
              <a:t>User Interaction: Press 'q' to detect mood, 'e' to exit.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and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</a:t>
            </a:r>
            <a:r>
              <a:rPr dirty="0"/>
              <a:t>Tested with different emotional expressions like happy, sad, angry.</a:t>
            </a:r>
          </a:p>
          <a:p>
            <a:r>
              <a:rPr lang="en-IN" dirty="0"/>
              <a:t>It has s</a:t>
            </a:r>
            <a:r>
              <a:rPr dirty="0" err="1"/>
              <a:t>mooth</a:t>
            </a:r>
            <a:r>
              <a:rPr dirty="0"/>
              <a:t> and fast recognition in controlled lighting.</a:t>
            </a:r>
          </a:p>
          <a:p>
            <a:r>
              <a:rPr lang="en-IN" dirty="0"/>
              <a:t>The s</a:t>
            </a:r>
            <a:r>
              <a:rPr dirty="0" err="1"/>
              <a:t>ong</a:t>
            </a:r>
            <a:r>
              <a:rPr lang="en-IN" dirty="0"/>
              <a:t> </a:t>
            </a:r>
            <a:r>
              <a:rPr dirty="0"/>
              <a:t>play</a:t>
            </a:r>
            <a:r>
              <a:rPr lang="en-IN" dirty="0"/>
              <a:t>s</a:t>
            </a:r>
            <a:r>
              <a:rPr dirty="0"/>
              <a:t> without</a:t>
            </a:r>
            <a:r>
              <a:rPr lang="en-IN" dirty="0"/>
              <a:t> any</a:t>
            </a:r>
            <a:r>
              <a:rPr dirty="0"/>
              <a:t> lag after detection.</a:t>
            </a:r>
          </a:p>
          <a:p>
            <a:r>
              <a:rPr lang="en-IN" dirty="0"/>
              <a:t>The </a:t>
            </a:r>
            <a:r>
              <a:rPr dirty="0"/>
              <a:t>Exception handling </a:t>
            </a:r>
            <a:r>
              <a:rPr dirty="0" err="1"/>
              <a:t>ensur</a:t>
            </a:r>
            <a:r>
              <a:rPr lang="en-IN" dirty="0"/>
              <a:t>es that the </a:t>
            </a:r>
            <a:r>
              <a:rPr dirty="0"/>
              <a:t> app d</a:t>
            </a:r>
            <a:r>
              <a:rPr lang="en-IN" dirty="0" err="1"/>
              <a:t>on’t</a:t>
            </a:r>
            <a:r>
              <a:rPr lang="en-IN" dirty="0"/>
              <a:t> </a:t>
            </a:r>
            <a:r>
              <a:rPr dirty="0"/>
              <a:t> crash on missing files or faces.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Conclusion:</a:t>
            </a:r>
          </a:p>
          <a:p>
            <a:r>
              <a:rPr dirty="0"/>
              <a:t> </a:t>
            </a:r>
            <a:r>
              <a:rPr lang="en-IN" dirty="0"/>
              <a:t>We have s</a:t>
            </a:r>
            <a:r>
              <a:rPr dirty="0" err="1"/>
              <a:t>uccessfully</a:t>
            </a:r>
            <a:r>
              <a:rPr dirty="0"/>
              <a:t> built working </a:t>
            </a:r>
            <a:r>
              <a:rPr dirty="0" err="1"/>
              <a:t>mo</a:t>
            </a:r>
            <a:r>
              <a:rPr lang="en-IN" dirty="0"/>
              <a:t>a</a:t>
            </a:r>
            <a:r>
              <a:rPr dirty="0"/>
              <a:t>od-based music player.</a:t>
            </a:r>
          </a:p>
          <a:p>
            <a:r>
              <a:rPr dirty="0"/>
              <a:t> </a:t>
            </a:r>
            <a:r>
              <a:rPr lang="en-IN" dirty="0"/>
              <a:t>It c</a:t>
            </a:r>
            <a:r>
              <a:rPr dirty="0" err="1"/>
              <a:t>ombines</a:t>
            </a:r>
            <a:r>
              <a:rPr dirty="0"/>
              <a:t> AI and multimedia to personalize music experience.</a:t>
            </a:r>
          </a:p>
          <a:p>
            <a:endParaRPr dirty="0"/>
          </a:p>
          <a:p>
            <a:r>
              <a:rPr dirty="0"/>
              <a:t>Future Scope:</a:t>
            </a:r>
          </a:p>
          <a:p>
            <a:r>
              <a:rPr dirty="0"/>
              <a:t> </a:t>
            </a:r>
            <a:r>
              <a:rPr lang="en-IN" dirty="0"/>
              <a:t>We can a</a:t>
            </a:r>
            <a:r>
              <a:rPr dirty="0"/>
              <a:t>dd GUI using </a:t>
            </a:r>
            <a:r>
              <a:rPr dirty="0" err="1"/>
              <a:t>Tkinter</a:t>
            </a:r>
            <a:r>
              <a:rPr dirty="0"/>
              <a:t> or </a:t>
            </a:r>
            <a:r>
              <a:rPr dirty="0" err="1"/>
              <a:t>PyQt</a:t>
            </a:r>
            <a:r>
              <a:rPr dirty="0"/>
              <a:t>.</a:t>
            </a:r>
          </a:p>
          <a:p>
            <a:r>
              <a:rPr lang="en-IN" dirty="0"/>
              <a:t>It</a:t>
            </a:r>
            <a:r>
              <a:rPr dirty="0"/>
              <a:t> </a:t>
            </a:r>
            <a:r>
              <a:rPr lang="en-IN" dirty="0"/>
              <a:t>s</a:t>
            </a:r>
            <a:r>
              <a:rPr dirty="0" err="1"/>
              <a:t>upport</a:t>
            </a:r>
            <a:r>
              <a:rPr lang="en-IN" dirty="0"/>
              <a:t>s</a:t>
            </a:r>
            <a:r>
              <a:rPr dirty="0"/>
              <a:t> online streaming (Spotify API).</a:t>
            </a:r>
          </a:p>
          <a:p>
            <a:r>
              <a:rPr dirty="0"/>
              <a:t> </a:t>
            </a:r>
            <a:r>
              <a:rPr lang="en-IN" dirty="0"/>
              <a:t>Can also </a:t>
            </a:r>
            <a:r>
              <a:rPr lang="en-IN" dirty="0" err="1"/>
              <a:t>i</a:t>
            </a:r>
            <a:r>
              <a:rPr dirty="0" err="1"/>
              <a:t>ntroduce</a:t>
            </a:r>
            <a:r>
              <a:rPr dirty="0"/>
              <a:t> speech-based commands.</a:t>
            </a:r>
          </a:p>
          <a:p>
            <a:r>
              <a:rPr dirty="0"/>
              <a:t> </a:t>
            </a:r>
            <a:r>
              <a:rPr lang="en-IN" dirty="0"/>
              <a:t>We can e</a:t>
            </a:r>
            <a:r>
              <a:rPr dirty="0" err="1"/>
              <a:t>xtend</a:t>
            </a:r>
            <a:r>
              <a:rPr dirty="0"/>
              <a:t> to mobile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31</TotalTime>
  <Words>318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Mood-Based Music Player</vt:lpstr>
      <vt:lpstr>Introduction</vt:lpstr>
      <vt:lpstr>Objectives</vt:lpstr>
      <vt:lpstr>Technology Stack</vt:lpstr>
      <vt:lpstr>System Architecture</vt:lpstr>
      <vt:lpstr>Module Description</vt:lpstr>
      <vt:lpstr>Testing and Results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Vigyat Padiya</cp:lastModifiedBy>
  <cp:revision>4</cp:revision>
  <dcterms:created xsi:type="dcterms:W3CDTF">2013-01-27T09:14:16Z</dcterms:created>
  <dcterms:modified xsi:type="dcterms:W3CDTF">2025-09-08T04:12:09Z</dcterms:modified>
  <cp:category/>
</cp:coreProperties>
</file>